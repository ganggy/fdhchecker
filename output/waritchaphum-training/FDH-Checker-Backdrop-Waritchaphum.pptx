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daf8a5e97b4ffa" /><Relationship Type="http://schemas.openxmlformats.org/officeDocument/2006/relationships/extended-properties" Target="/docProps/app.xml" Id="Rabb4b7343f7e4392" /><Relationship Type="http://schemas.openxmlformats.org/officeDocument/2006/relationships/officeDocument" Target="/ppt/presentation.xml" Id="Rd03aa96d2e4444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169e516a7b4177"/>
  </p:sldMasterIdLst>
  <p:notesMasterIdLst>
    <p:notesMasterId xmlns:r="http://schemas.openxmlformats.org/officeDocument/2006/relationships" r:id="R042bbf22914a4a21"/>
  </p:notesMasterIdLst>
  <p:sldIdLst>
    <p:sldId xmlns:r="http://schemas.openxmlformats.org/officeDocument/2006/relationships" id="256" r:id="R03bc4804c1cb4d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4ed924062a45d1" /><Relationship Type="http://schemas.openxmlformats.org/officeDocument/2006/relationships/slideMaster" Target="/ppt/slideMasters/slideMaster1.xml" Id="R2e169e516a7b4177" /><Relationship Type="http://schemas.openxmlformats.org/officeDocument/2006/relationships/notesMaster" Target="/ppt/notesMasters/notesMaster1.xml" Id="R042bbf22914a4a21" /><Relationship Type="http://schemas.openxmlformats.org/officeDocument/2006/relationships/presProps" Target="/ppt/presProps.xml" Id="R9a54a20c566249de" /><Relationship Type="http://schemas.openxmlformats.org/officeDocument/2006/relationships/tableStyles" Target="/ppt/tableStyles.xml" Id="Rf4ae8fafc669440f" /><Relationship Type="http://schemas.openxmlformats.org/officeDocument/2006/relationships/slide" Target="/ppt/slides/slide1.xml" Id="R03bc4804c1cb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72fb3641249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a71511a4804bfb" /><Relationship Type="http://schemas.openxmlformats.org/officeDocument/2006/relationships/notesMaster" Target="/ppt/notesMasters/notesMaster1.xml" Id="R182032762f2a44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Backdrop สำหรับจอ 16:9 ชื่อวิทยากรตามข้อมูลผู้ใช้ พื้นหลังนามธรรมสร้างด้วย built-in Imagegen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95696d5d248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b2199c301f418a" /><Relationship Type="http://schemas.openxmlformats.org/officeDocument/2006/relationships/slideLayout" Target="/ppt/slideLayouts/slideLayout1.xml" Id="Rb252c1d06653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52c1d06653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fafb27dff4e3b" /><Relationship Type="http://schemas.openxmlformats.org/officeDocument/2006/relationships/image" Target="/ppt/media/image.png" Id="R02971792456344ba" /><Relationship Type="http://schemas.openxmlformats.org/officeDocument/2006/relationships/notesSlide" Target="/ppt/notesSlides/notesSlide1.xml" Id="R4b5ffabc926042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71792456344b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E2F784B-7FC4-4005-A43D-3088DED9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CE6E7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8CE6E7"/>
                </a:solidFill>
                <a:latin typeface="Tahoma"/>
                <a:ea typeface="Tahoma"/>
                <a:cs typeface="Tahoma"/>
              </a:rPr>
              <a:t>โรงพยาบาลวาริชภูมิ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474D2DB-3EA0-426E-B50E-33DCC3A9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FDH Checker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3633C7F-8349-44E2-A452-8F7B0C0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DBF3FA"/>
                </a:solidFill>
                <a:latin typeface="Tahoma"/>
                <a:ea typeface="Tahoma"/>
                <a:cs typeface="Tahoma"/>
              </a:defRPr>
            </a:pPr>
            <a:r>
              <a:rPr sz="3300" b="0">
                <a:solidFill>
                  <a:srgbClr val="DBF3FA"/>
                </a:solidFill>
                <a:latin typeface="Tahoma"/>
                <a:ea typeface="Tahoma"/>
                <a:cs typeface="Tahoma"/>
              </a:rPr>
              <a:t>แนะนำและอบรมการใช้งาน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E00191-BA71-4ABE-B48B-2E65681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เปรมศักดิ์ เทพวงสา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5F03BC0-5202-436B-BD00-6450364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5E5EC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C5E5EC"/>
                </a:solidFill>
                <a:latin typeface="Tahoma"/>
                <a:ea typeface="Tahoma"/>
                <a:cs typeface="Tahoma"/>
              </a:rPr>
              <a:t>นักวิชาการชำนาญการ  โรงพยาบาลโคกศรีสุพรรณ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6DC4AD9-CEA7-4626-BB0F-4BB23DF5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95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CE6E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8CE6E7"/>
                </a:solidFill>
                <a:latin typeface="Tahoma"/>
                <a:ea typeface="Tahoma"/>
                <a:cs typeface="Tahoma"/>
              </a:rPr>
              <a:t>15 กันยายน 2569</a:t>
            </a:r>
          </a:p>
        </p:txBody>
      </p:sp>
    </p:spTree>
    <p:extLst>
      <p:ext uri="{BB962C8B-B14F-4D97-AF65-F5344CB8AC3E}">
        <p14:creationId xmlns:p14="http://schemas.microsoft.com/office/powerpoint/2010/main" val="153086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2026-09-14T02:03:48.0840000Z</dcterms:created>
  <dcterms:modified xsi:type="dcterms:W3CDTF">2026-09-14T02:03:48.0840000Z</dcterms:modified>
</coreProperties>
</file>